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7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8" r:id="rId11"/>
    <p:sldId id="267" r:id="rId12"/>
    <p:sldId id="261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ECA800-FD9B-4AF1-98BF-AA02D65ABA8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98D8C7-021E-421B-9D7D-05693EDDF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249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ECA800-FD9B-4AF1-98BF-AA02D65ABA8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98D8C7-021E-421B-9D7D-05693EDDFCD9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2168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ECA800-FD9B-4AF1-98BF-AA02D65ABA8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98D8C7-021E-421B-9D7D-05693EDDF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230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ECA800-FD9B-4AF1-98BF-AA02D65ABA8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98D8C7-021E-421B-9D7D-05693EDDF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895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ECA800-FD9B-4AF1-98BF-AA02D65ABA8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98D8C7-021E-421B-9D7D-05693EDDF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167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ECA800-FD9B-4AF1-98BF-AA02D65ABA8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98D8C7-021E-421B-9D7D-05693EDDFCD9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2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ECA800-FD9B-4AF1-98BF-AA02D65ABA8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98D8C7-021E-421B-9D7D-05693EDDFCD9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468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ECA800-FD9B-4AF1-98BF-AA02D65ABA8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98D8C7-021E-421B-9D7D-05693EDDFCD9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968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ECA800-FD9B-4AF1-98BF-AA02D65ABA8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98D8C7-021E-421B-9D7D-05693EDDFCD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765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FECA800-FD9B-4AF1-98BF-AA02D65ABA8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FA98D8C7-021E-421B-9D7D-05693EDDFCD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412298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6FECA800-FD9B-4AF1-98BF-AA02D65ABA8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FA98D8C7-021E-421B-9D7D-05693EDDFCD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96586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6FECA800-FD9B-4AF1-98BF-AA02D65ABA8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98D8C7-021E-421B-9D7D-05693EDDFCD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4990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FECA800-FD9B-4AF1-98BF-AA02D65ABA8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FA98D8C7-021E-421B-9D7D-05693EDDFCD9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1318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6FECA800-FD9B-4AF1-98BF-AA02D65ABA8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FA98D8C7-021E-421B-9D7D-05693EDDFCD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5848432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6FECA800-FD9B-4AF1-98BF-AA02D65ABA8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FA98D8C7-021E-421B-9D7D-05693EDDFCD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4280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6FECA800-FD9B-4AF1-98BF-AA02D65ABA8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A98D8C7-021E-421B-9D7D-05693EDDFCD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9071829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FECA800-FD9B-4AF1-98BF-AA02D65ABA8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8D8C7-021E-421B-9D7D-05693EDDFCD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9472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6FECA800-FD9B-4AF1-98BF-AA02D65ABA8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FA98D8C7-021E-421B-9D7D-05693EDDFCD9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8469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ECA800-FD9B-4AF1-98BF-AA02D65ABA8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98D8C7-021E-421B-9D7D-05693EDDFCD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5615842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ECA800-FD9B-4AF1-98BF-AA02D65ABA8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98D8C7-021E-421B-9D7D-05693EDDFCD9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16002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ECA800-FD9B-4AF1-98BF-AA02D65ABA8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98D8C7-021E-421B-9D7D-05693EDDFCD9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1483450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ECA800-FD9B-4AF1-98BF-AA02D65ABA8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98D8C7-021E-421B-9D7D-05693EDDFCD9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545205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ECA800-FD9B-4AF1-98BF-AA02D65ABA8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98D8C7-021E-421B-9D7D-05693EDDFCD9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3927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ECA800-FD9B-4AF1-98BF-AA02D65ABA8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98D8C7-021E-421B-9D7D-05693EDDF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2747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ECA800-FD9B-4AF1-98BF-AA02D65ABA8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98D8C7-021E-421B-9D7D-05693EDDF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74460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ECA800-FD9B-4AF1-98BF-AA02D65ABA8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98D8C7-021E-421B-9D7D-05693EDDFCD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354846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ECA800-FD9B-4AF1-98BF-AA02D65ABA8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A98D8C7-021E-421B-9D7D-05693EDDFCD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9642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6FECA800-FD9B-4AF1-98BF-AA02D65ABA8A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A98D8C7-021E-421B-9D7D-05693EDDFC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6483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  <p:sldLayoutId id="2147483879" r:id="rId12"/>
    <p:sldLayoutId id="2147483880" r:id="rId13"/>
    <p:sldLayoutId id="2147483881" r:id="rId14"/>
    <p:sldLayoutId id="2147483882" r:id="rId15"/>
    <p:sldLayoutId id="2147483883" r:id="rId16"/>
    <p:sldLayoutId id="2147483884" r:id="rId17"/>
    <p:sldLayoutId id="2147483885" r:id="rId18"/>
    <p:sldLayoutId id="2147483886" r:id="rId19"/>
    <p:sldLayoutId id="2147483887" r:id="rId20"/>
    <p:sldLayoutId id="2147483888" r:id="rId21"/>
    <p:sldLayoutId id="2147483889" r:id="rId22"/>
    <p:sldLayoutId id="2147483890" r:id="rId23"/>
    <p:sldLayoutId id="2147483891" r:id="rId24"/>
    <p:sldLayoutId id="2147483892" r:id="rId25"/>
    <p:sldLayoutId id="2147483893" r:id="rId26"/>
    <p:sldLayoutId id="2147483894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ritannica.com/topic/textile" TargetMode="External"/><Relationship Id="rId2" Type="http://schemas.openxmlformats.org/officeDocument/2006/relationships/hyperlink" Target="https://www.britannica.com/science/petrochemica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ritannica.com/money/Dhirubhai-Ambani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Initial_public_offering" TargetMode="External"/><Relationship Id="rId3" Type="http://schemas.openxmlformats.org/officeDocument/2006/relationships/hyperlink" Target="https://en.wikipedia.org/wiki/Polyester" TargetMode="External"/><Relationship Id="rId7" Type="http://schemas.openxmlformats.org/officeDocument/2006/relationships/hyperlink" Target="https://en.wikipedia.org/wiki/Gujarat" TargetMode="External"/><Relationship Id="rId2" Type="http://schemas.openxmlformats.org/officeDocument/2006/relationships/hyperlink" Target="https://en.wikipedia.org/wiki/Dhirubhai_Ambani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Naroda" TargetMode="External"/><Relationship Id="rId11" Type="http://schemas.openxmlformats.org/officeDocument/2006/relationships/hyperlink" Target="https://en.wikipedia.org/wiki/E._I._du_Pont_de_Nemours_&amp;_Co." TargetMode="External"/><Relationship Id="rId5" Type="http://schemas.openxmlformats.org/officeDocument/2006/relationships/hyperlink" Target="https://en.wikipedia.org/wiki/Synthetic_fabrics" TargetMode="External"/><Relationship Id="rId10" Type="http://schemas.openxmlformats.org/officeDocument/2006/relationships/hyperlink" Target="https://en.wikipedia.org/wiki/Raigad_district" TargetMode="External"/><Relationship Id="rId4" Type="http://schemas.openxmlformats.org/officeDocument/2006/relationships/hyperlink" Target="https://en.wikipedia.org/wiki/Maharashtra" TargetMode="External"/><Relationship Id="rId9" Type="http://schemas.openxmlformats.org/officeDocument/2006/relationships/hyperlink" Target="https://en.wikipedia.org/wiki/Reliance_Industries#cite_note-19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eliance Industries Limited Founder Chairman - Dhirubhai Ambani">
            <a:extLst>
              <a:ext uri="{FF2B5EF4-FFF2-40B4-BE49-F238E27FC236}">
                <a16:creationId xmlns:a16="http://schemas.microsoft.com/office/drawing/2014/main" id="{1008DABA-1D2B-E202-80C7-89BEC413C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982" y="575163"/>
            <a:ext cx="4286250" cy="55435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8FBE0E-0BC2-D9A8-27E3-F5B4F8A2C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8585" y="575163"/>
            <a:ext cx="6928338" cy="812433"/>
          </a:xfrm>
        </p:spPr>
        <p:txBody>
          <a:bodyPr>
            <a:normAutofit/>
          </a:bodyPr>
          <a:lstStyle/>
          <a:p>
            <a:r>
              <a:rPr lang="en-IN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Dhirajlal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Hirachand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Ambani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3B714-912E-2765-8904-DA7C678AB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2370" y="1515330"/>
            <a:ext cx="5955323" cy="1655762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Founder of Reliance Industry</a:t>
            </a:r>
          </a:p>
          <a:p>
            <a:pPr marL="342900" indent="-342900">
              <a:buFontTx/>
              <a:buChar char="-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Born in dec 1932</a:t>
            </a:r>
          </a:p>
          <a:p>
            <a:pPr marL="342900" indent="-342900">
              <a:buFontTx/>
              <a:buChar char="-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Died on July 2002 (age of 69)</a:t>
            </a:r>
          </a:p>
        </p:txBody>
      </p:sp>
    </p:spTree>
    <p:extLst>
      <p:ext uri="{BB962C8B-B14F-4D97-AF65-F5344CB8AC3E}">
        <p14:creationId xmlns:p14="http://schemas.microsoft.com/office/powerpoint/2010/main" val="3370962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31358-ACAA-AB7C-3989-A8BB8ECF2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About Dhirubhai Ambani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E2CA4-D30A-BDAB-A2CB-B8B6D6636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Dhirubhai Ambani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(born December 28, 1932,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Chorwad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Gujarat, India—died July 6, 2002, Mumbai, India) was an Indian industrialist who was the founder of Reliance Industries, a giant 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petrochemicals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communications, power, and 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textiles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conglomerate that was the biggest exporter in India and the first privately owned Indian company in the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Fortune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500.</a:t>
            </a:r>
          </a:p>
          <a:p>
            <a:r>
              <a:rPr lang="en-IN" sz="2000" dirty="0"/>
              <a:t>India, Dhirubhai Ambani lived and worked in </a:t>
            </a:r>
            <a:r>
              <a:rPr lang="en-IN" sz="2000" b="1" dirty="0"/>
              <a:t>Aden</a:t>
            </a:r>
            <a:r>
              <a:rPr lang="en-IN" sz="2000" dirty="0"/>
              <a:t> (which is now part of Yemen) . He Moved to Aden for better work opportunities in around 1948-49 . He first worked as a gas station attendant at a Shell filling station. Later He worked as a clerk for </a:t>
            </a:r>
            <a:r>
              <a:rPr lang="en-IN" dirty="0">
                <a:hlinkClick r:id="rId4"/>
              </a:rPr>
              <a:t>A. Besse &amp; Co.</a:t>
            </a:r>
            <a:r>
              <a:rPr lang="en-IN" sz="2000" dirty="0"/>
              <a:t>, a large transcontinental trading firm.</a:t>
            </a:r>
          </a:p>
        </p:txBody>
      </p:sp>
    </p:spTree>
    <p:extLst>
      <p:ext uri="{BB962C8B-B14F-4D97-AF65-F5344CB8AC3E}">
        <p14:creationId xmlns:p14="http://schemas.microsoft.com/office/powerpoint/2010/main" val="1770868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BE754-B561-285D-2FCB-20652118A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Early Stage of  Reliance Industry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A2405-B048-C388-E239-0C76C0DE2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1958 - 1980</a:t>
            </a:r>
          </a:p>
          <a:p>
            <a:r>
              <a:rPr lang="en-IN" sz="1600" dirty="0"/>
              <a:t>Reliance Commercial Corporation was set up in 1958 by </a:t>
            </a:r>
            <a:r>
              <a:rPr lang="en-IN" sz="1600" dirty="0">
                <a:hlinkClick r:id="rId2" tooltip="Dhirubhai Ambani"/>
              </a:rPr>
              <a:t>Dhirubhai Ambani</a:t>
            </a:r>
            <a:r>
              <a:rPr lang="en-IN" sz="1600" dirty="0"/>
              <a:t> as a small venture firm trading commodities, especially spices and polyester yarn. In 1965, the partnership ended and Dhirubhai continued the </a:t>
            </a:r>
            <a:r>
              <a:rPr lang="en-IN" sz="1600" dirty="0">
                <a:hlinkClick r:id="rId3" tooltip="Polyester"/>
              </a:rPr>
              <a:t>polyester</a:t>
            </a:r>
            <a:r>
              <a:rPr lang="en-IN" sz="1600" dirty="0"/>
              <a:t> business of the firm. In 1966, Reliance Textiles Industries </a:t>
            </a:r>
            <a:r>
              <a:rPr lang="en-IN" sz="1600" dirty="0" err="1"/>
              <a:t>Pvt.</a:t>
            </a:r>
            <a:r>
              <a:rPr lang="en-IN" sz="1600" dirty="0"/>
              <a:t> Ltd. was incorporated in </a:t>
            </a:r>
            <a:r>
              <a:rPr lang="en-IN" sz="1600" dirty="0">
                <a:hlinkClick r:id="rId4" tooltip="Maharashtra"/>
              </a:rPr>
              <a:t>Maharashtra</a:t>
            </a:r>
            <a:r>
              <a:rPr lang="en-IN" sz="1600" dirty="0"/>
              <a:t>. It established a </a:t>
            </a:r>
            <a:r>
              <a:rPr lang="en-IN" sz="1600" dirty="0">
                <a:hlinkClick r:id="rId5" tooltip="Synthetic fabrics"/>
              </a:rPr>
              <a:t>synthetic fabrics</a:t>
            </a:r>
            <a:r>
              <a:rPr lang="en-IN" sz="1600" dirty="0"/>
              <a:t> mill in the same year at </a:t>
            </a:r>
            <a:r>
              <a:rPr lang="en-IN" sz="1600" dirty="0">
                <a:hlinkClick r:id="rId6" tooltip="Naroda"/>
              </a:rPr>
              <a:t>Naroda</a:t>
            </a:r>
            <a:r>
              <a:rPr lang="en-IN" sz="1600" dirty="0"/>
              <a:t> in </a:t>
            </a:r>
            <a:r>
              <a:rPr lang="en-IN" sz="1600" dirty="0">
                <a:hlinkClick r:id="rId7" tooltip="Gujarat"/>
              </a:rPr>
              <a:t>Gujarat</a:t>
            </a:r>
            <a:r>
              <a:rPr lang="en-IN" sz="1600" dirty="0"/>
              <a:t>. On 8 May 1973, it became Reliance Textiles Industries Limited. In 1975, the company expanded its business into textiles, with "Vimal" becoming its major brand in later years. The company held its </a:t>
            </a:r>
            <a:r>
              <a:rPr lang="en-IN" sz="1600" dirty="0">
                <a:hlinkClick r:id="rId8" tooltip="Initial public offering"/>
              </a:rPr>
              <a:t>initial public offering</a:t>
            </a:r>
            <a:r>
              <a:rPr lang="en-IN" sz="1600" dirty="0"/>
              <a:t> (IPO) in 1977. The issue was over-subscribed by seven times.</a:t>
            </a:r>
            <a:r>
              <a:rPr lang="en-IN" sz="1600" baseline="30000" dirty="0">
                <a:hlinkClick r:id="rId9"/>
              </a:rPr>
              <a:t>[19]</a:t>
            </a:r>
            <a:r>
              <a:rPr lang="en-IN" sz="1600" dirty="0"/>
              <a:t> In 1979, a textiles company </a:t>
            </a:r>
            <a:r>
              <a:rPr lang="en-IN" sz="1600" dirty="0" err="1"/>
              <a:t>Sidhpur</a:t>
            </a:r>
            <a:r>
              <a:rPr lang="en-IN" sz="1600" dirty="0"/>
              <a:t> Mills was amalgamated with the company. In 1980, the company expanded its polyester yarn business by setting up a Polyester Filament Yarn Plant in </a:t>
            </a:r>
            <a:r>
              <a:rPr lang="en-IN" sz="1600" dirty="0" err="1"/>
              <a:t>Patalganga</a:t>
            </a:r>
            <a:r>
              <a:rPr lang="en-IN" sz="1600" dirty="0"/>
              <a:t>, </a:t>
            </a:r>
            <a:r>
              <a:rPr lang="en-IN" sz="1600" dirty="0">
                <a:hlinkClick r:id="rId10" tooltip="Raigad district"/>
              </a:rPr>
              <a:t>Raigad</a:t>
            </a:r>
            <a:r>
              <a:rPr lang="en-IN" sz="1600" dirty="0"/>
              <a:t>, Maharashtra with financial and technical collaboration with </a:t>
            </a:r>
            <a:r>
              <a:rPr lang="en-IN" sz="1600" dirty="0">
                <a:hlinkClick r:id="rId11" tooltip="E. I. du Pont de Nemours &amp; Co."/>
              </a:rPr>
              <a:t>E. I. du Pont de Nemours &amp; Co.</a:t>
            </a:r>
            <a:r>
              <a:rPr lang="en-IN" sz="1600" dirty="0"/>
              <a:t>, U.S.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753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8CAD3-92A7-0029-5E9E-A577D120D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key achievements of Reliance Industries Limited (RIL)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0FFC7-A4EA-6905-9720-ED2CCE864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Created an equity-investment culture in India. (1977)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Built the Jamnagar refinery. (2000)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Became a global petrochemicals leader. 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Revolutionised Indian telecom with Jio.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Built a massive digital platform.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Became India’s largest retailer.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Reached global corporate scale.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Crossed major financial milestones 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Invested heavily in New Energy.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Strong contribution to society.</a:t>
            </a:r>
          </a:p>
        </p:txBody>
      </p:sp>
    </p:spTree>
    <p:extLst>
      <p:ext uri="{BB962C8B-B14F-4D97-AF65-F5344CB8AC3E}">
        <p14:creationId xmlns:p14="http://schemas.microsoft.com/office/powerpoint/2010/main" val="2131505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86D63-49CE-67E5-71EB-3E6728C7D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Struggles Faced by Reliance Industries Limited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31A09-236B-3642-5C77-3BF079911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initial resources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 The company started on a relatively small scale and had to compete with established businesses.</a:t>
            </a:r>
          </a:p>
          <a:p>
            <a:pPr marL="342900" indent="-342900"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 regulated business environment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 India’s industrial environment during the early years involved licensing regulations and restrictions.</a:t>
            </a:r>
          </a:p>
          <a:p>
            <a:pPr marL="342900" indent="-342900"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Competition from established companies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 Reliance entered industries where larger and more experienced companies were already operating.</a:t>
            </a:r>
          </a:p>
          <a:p>
            <a:pPr marL="342900" indent="-342900"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 requirements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 Expansion into manufacturing , petrochemicals , refining and telecommunications required extremely large investments.</a:t>
            </a:r>
          </a:p>
          <a:p>
            <a:pPr marL="342900" indent="-342900"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and operational challenges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:- building large – scale industrial facilities required advanced technology , skilled employees , efficient supply chains and strong management.</a:t>
            </a:r>
          </a:p>
        </p:txBody>
      </p:sp>
    </p:spTree>
    <p:extLst>
      <p:ext uri="{BB962C8B-B14F-4D97-AF65-F5344CB8AC3E}">
        <p14:creationId xmlns:p14="http://schemas.microsoft.com/office/powerpoint/2010/main" val="2519131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18D10-F5DA-64A1-B261-3393B1672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17" y="419100"/>
            <a:ext cx="9942409" cy="87619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Entrepreneurial Traits of Reliance Industries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DCAA9-A528-27FF-50FD-C988B90CA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7" y="1664677"/>
            <a:ext cx="9942409" cy="4774223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Visionary leadership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Reliance has consistently focused on long-term goals and large-scale opportunities rather than short-term gains.</a:t>
            </a:r>
          </a:p>
          <a:p>
            <a:pPr marL="342900" indent="-342900"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The company has adopted new technologies and entered emerging sectors such as telecommunications, digital services, artificial intelligence and new energy. </a:t>
            </a:r>
          </a:p>
          <a:p>
            <a:pPr marL="342900" indent="-342900"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Risk-taking ability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Reliance has undertaken large investments in industries involving substantial financial, operational and market risks, while maintaining formal risk-management systems.</a:t>
            </a:r>
          </a:p>
          <a:p>
            <a:pPr marL="342900" indent="-342900"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Diversification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It has expanded beyond textiles into petrochemicals, refining, telecom, retail, digital services and new energy, reducing dependence on a single business. </a:t>
            </a:r>
          </a:p>
          <a:p>
            <a:pPr marL="342900" indent="-342900">
              <a:buAutoNum type="arabicPeriod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Opportunity recognition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Reliance identifies major consumer and economic needs in India and attempts to address them on a very large scale.</a:t>
            </a:r>
          </a:p>
        </p:txBody>
      </p:sp>
    </p:spTree>
    <p:extLst>
      <p:ext uri="{BB962C8B-B14F-4D97-AF65-F5344CB8AC3E}">
        <p14:creationId xmlns:p14="http://schemas.microsoft.com/office/powerpoint/2010/main" val="3778612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A3770-C0EB-2100-C2EC-425EC5831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Entrepreneurial Traits of Reliance Industries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FCDEE-77F8-0D8C-D585-36ED558E2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Customer orientation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Businesses such as Jio and Reliance Retail focus on providing 	affordable, accessible and technology-driven products and services to a large customer base.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	Large-scale thinking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A major characteristic of Reliance is its ability to build businesses and 	infrastructure at enormous scale, supported by strong project execution capabilities. 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	Adaptability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Reliance has repeatedly reinvented its business strategy as markets and 	technologies have 	changed.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	Long-term investment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The company is willing to make substantial investments today for 	future growth, including investments in new energy and advanced technologies.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	Entrepreneurial culture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– Reliance encourages employees to identify opportunities and take 	initiatives while using structured risk-management and governance systems. 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941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F90FB9-036F-21AD-9C55-9531667AC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292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DFC86-755B-77F2-D74E-457E21D79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631" y="217398"/>
            <a:ext cx="9942409" cy="87619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 Risks and Crises of Reliance Industry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1F1D9EDE-9BAC-C996-4EDF-654F746D7E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631" y="713233"/>
            <a:ext cx="11624737" cy="614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864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6CEC4-2377-538E-DEAC-868A829ED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16" y="144246"/>
            <a:ext cx="9942409" cy="87619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 Risks and Crises of Reliance Industry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0A1EAE-AC3E-4339-B43F-0FF65B686C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88" y="676656"/>
            <a:ext cx="11704320" cy="6181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758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FC8476-07A3-BEDA-856C-7FCCF3D761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885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5D3CF-7A71-A1C0-184B-57C68DBDF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769FC-BCC2-3DA2-65B0-2D317CD21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Case Study of Reliance Industries demonstrates that entrepreneurial success is not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achived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through a good business idea. It requires vision , courage , strategies , planning , innovation , adaptability , and continuous investment . Dhirubhai Ambani Transformed a small trading venture into the foundation of one of India’s largest business enterprises. His ability to think big , take calculated risks , raise capital and integrate different stages of production played a crucial role in Reliance’s early growth.</a:t>
            </a:r>
          </a:p>
        </p:txBody>
      </p:sp>
    </p:spTree>
    <p:extLst>
      <p:ext uri="{BB962C8B-B14F-4D97-AF65-F5344CB8AC3E}">
        <p14:creationId xmlns:p14="http://schemas.microsoft.com/office/powerpoint/2010/main" val="2243148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B53BD-1211-541F-ABC8-A0935976A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27" y="1289304"/>
            <a:ext cx="11182945" cy="5843016"/>
          </a:xfrm>
        </p:spPr>
        <p:txBody>
          <a:bodyPr>
            <a:normAutofit/>
          </a:bodyPr>
          <a:lstStyle/>
          <a:p>
            <a:pPr algn="ctr"/>
            <a:br>
              <a:rPr lang="en-IN" sz="8000" dirty="0"/>
            </a:b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27948273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709</TotalTime>
  <Words>929</Words>
  <Application>Microsoft Office PowerPoint</Application>
  <PresentationFormat>Widescreen</PresentationFormat>
  <Paragraphs>44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Neue Haas Grotesk Text Pro</vt:lpstr>
      <vt:lpstr>Times New Roman</vt:lpstr>
      <vt:lpstr>Film Burn</vt:lpstr>
      <vt:lpstr>Dhirajlal Hirachand Ambani</vt:lpstr>
      <vt:lpstr>1. About Dhirubhai Ambani</vt:lpstr>
      <vt:lpstr>2. Early Stage of  Reliance Industry</vt:lpstr>
      <vt:lpstr>3. key achievements of Reliance Industries Limited (RIL)</vt:lpstr>
      <vt:lpstr>4. Struggles Faced by Reliance Industries Limited</vt:lpstr>
      <vt:lpstr>5. Entrepreneurial Traits of Reliance Industries </vt:lpstr>
      <vt:lpstr>5. Entrepreneurial Traits of Reliance Industries </vt:lpstr>
      <vt:lpstr>PowerPoint Presentation</vt:lpstr>
      <vt:lpstr>6.  Risks and Crises of Reliance Industry</vt:lpstr>
      <vt:lpstr>6.  Risks and Crises of Reliance Industry</vt:lpstr>
      <vt:lpstr>PowerPoint Presentation</vt:lpstr>
      <vt:lpstr>5. Conclusion</vt:lpstr>
      <vt:lpstr>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</dc:creator>
  <cp:lastModifiedBy>satwik patil</cp:lastModifiedBy>
  <cp:revision>7</cp:revision>
  <dcterms:created xsi:type="dcterms:W3CDTF">2026-08-25T05:11:11Z</dcterms:created>
  <dcterms:modified xsi:type="dcterms:W3CDTF">2026-09-07T13:56:17Z</dcterms:modified>
</cp:coreProperties>
</file>